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5" r:id="rId6"/>
    <p:sldId id="261" r:id="rId7"/>
    <p:sldId id="266" r:id="rId8"/>
    <p:sldId id="262" r:id="rId9"/>
    <p:sldId id="267" r:id="rId10"/>
    <p:sldId id="263" r:id="rId11"/>
    <p:sldId id="268" r:id="rId12"/>
    <p:sldId id="259" r:id="rId13"/>
    <p:sldId id="26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BC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70C67-0B2D-4AC2-B0CC-3676FD431E14}" v="1" dt="2024-03-08T13:24:55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320" autoAdjust="0"/>
  </p:normalViewPr>
  <p:slideViewPr>
    <p:cSldViewPr snapToGrid="0" snapToObjects="1">
      <p:cViewPr varScale="1">
        <p:scale>
          <a:sx n="110" d="100"/>
          <a:sy n="110" d="100"/>
        </p:scale>
        <p:origin x="11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en Emilio Jimenez Franco" userId="969a4373-d52b-4791-8e8b-0c39df41a321" providerId="ADAL" clId="{A6C70C67-0B2D-4AC2-B0CC-3676FD431E14}"/>
    <pc:docChg chg="modSld">
      <pc:chgData name="Ruben Emilio Jimenez Franco" userId="969a4373-d52b-4791-8e8b-0c39df41a321" providerId="ADAL" clId="{A6C70C67-0B2D-4AC2-B0CC-3676FD431E14}" dt="2024-03-08T13:25:00.086" v="1" actId="1076"/>
      <pc:docMkLst>
        <pc:docMk/>
      </pc:docMkLst>
      <pc:sldChg chg="modSp mod">
        <pc:chgData name="Ruben Emilio Jimenez Franco" userId="969a4373-d52b-4791-8e8b-0c39df41a321" providerId="ADAL" clId="{A6C70C67-0B2D-4AC2-B0CC-3676FD431E14}" dt="2024-03-08T13:25:00.086" v="1" actId="1076"/>
        <pc:sldMkLst>
          <pc:docMk/>
          <pc:sldMk cId="444470082" sldId="257"/>
        </pc:sldMkLst>
        <pc:spChg chg="mod">
          <ac:chgData name="Ruben Emilio Jimenez Franco" userId="969a4373-d52b-4791-8e8b-0c39df41a321" providerId="ADAL" clId="{A6C70C67-0B2D-4AC2-B0CC-3676FD431E14}" dt="2024-03-08T13:25:00.086" v="1" actId="1076"/>
          <ac:spMkLst>
            <pc:docMk/>
            <pc:sldMk cId="444470082" sldId="257"/>
            <ac:spMk id="11" creationId="{C50A9B2C-CFE2-E847-BEFB-2C4B6A4DD5A2}"/>
          </ac:spMkLst>
        </pc:spChg>
      </pc:sldChg>
    </pc:docChg>
  </pc:docChgLst>
  <pc:docChgLst>
    <pc:chgData name="Mateo Torres" userId="7aa6d403-1e83-4ade-9c12-634a0e92beaf" providerId="ADAL" clId="{5A436DAB-28CB-B749-A71E-F7CCDB0A695B}"/>
    <pc:docChg chg="custSel modSld">
      <pc:chgData name="Mateo Torres" userId="7aa6d403-1e83-4ade-9c12-634a0e92beaf" providerId="ADAL" clId="{5A436DAB-28CB-B749-A71E-F7CCDB0A695B}" dt="2021-03-11T02:49:47.377" v="68"/>
      <pc:docMkLst>
        <pc:docMk/>
      </pc:docMkLst>
      <pc:sldChg chg="delSp mod modAnim">
        <pc:chgData name="Mateo Torres" userId="7aa6d403-1e83-4ade-9c12-634a0e92beaf" providerId="ADAL" clId="{5A436DAB-28CB-B749-A71E-F7CCDB0A695B}" dt="2021-03-11T02:42:38.277" v="19"/>
        <pc:sldMkLst>
          <pc:docMk/>
          <pc:sldMk cId="444470082" sldId="257"/>
        </pc:sldMkLst>
        <pc:spChg chg="del">
          <ac:chgData name="Mateo Torres" userId="7aa6d403-1e83-4ade-9c12-634a0e92beaf" providerId="ADAL" clId="{5A436DAB-28CB-B749-A71E-F7CCDB0A695B}" dt="2021-03-11T02:41:08.878" v="8" actId="478"/>
          <ac:spMkLst>
            <pc:docMk/>
            <pc:sldMk cId="444470082" sldId="257"/>
            <ac:spMk id="3" creationId="{00000000-0000-0000-0000-000000000000}"/>
          </ac:spMkLst>
        </pc:spChg>
      </pc:sldChg>
      <pc:sldChg chg="modAnim">
        <pc:chgData name="Mateo Torres" userId="7aa6d403-1e83-4ade-9c12-634a0e92beaf" providerId="ADAL" clId="{5A436DAB-28CB-B749-A71E-F7CCDB0A695B}" dt="2021-03-11T02:45:15.697" v="40"/>
        <pc:sldMkLst>
          <pc:docMk/>
          <pc:sldMk cId="3233757561" sldId="258"/>
        </pc:sldMkLst>
      </pc:sldChg>
      <pc:sldChg chg="modAnim">
        <pc:chgData name="Mateo Torres" userId="7aa6d403-1e83-4ade-9c12-634a0e92beaf" providerId="ADAL" clId="{5A436DAB-28CB-B749-A71E-F7CCDB0A695B}" dt="2021-03-11T02:46:06.601" v="45"/>
        <pc:sldMkLst>
          <pc:docMk/>
          <pc:sldMk cId="3477182141" sldId="260"/>
        </pc:sldMkLst>
      </pc:sldChg>
      <pc:sldChg chg="modAnim">
        <pc:chgData name="Mateo Torres" userId="7aa6d403-1e83-4ade-9c12-634a0e92beaf" providerId="ADAL" clId="{5A436DAB-28CB-B749-A71E-F7CCDB0A695B}" dt="2021-03-11T02:46:39.152" v="48"/>
        <pc:sldMkLst>
          <pc:docMk/>
          <pc:sldMk cId="299619409" sldId="261"/>
        </pc:sldMkLst>
      </pc:sldChg>
      <pc:sldChg chg="modAnim">
        <pc:chgData name="Mateo Torres" userId="7aa6d403-1e83-4ade-9c12-634a0e92beaf" providerId="ADAL" clId="{5A436DAB-28CB-B749-A71E-F7CCDB0A695B}" dt="2021-03-11T02:48:03.052" v="58"/>
        <pc:sldMkLst>
          <pc:docMk/>
          <pc:sldMk cId="3242145642" sldId="262"/>
        </pc:sldMkLst>
      </pc:sldChg>
      <pc:sldChg chg="modAnim">
        <pc:chgData name="Mateo Torres" userId="7aa6d403-1e83-4ade-9c12-634a0e92beaf" providerId="ADAL" clId="{5A436DAB-28CB-B749-A71E-F7CCDB0A695B}" dt="2021-03-11T02:49:17.414" v="65"/>
        <pc:sldMkLst>
          <pc:docMk/>
          <pc:sldMk cId="1460628313" sldId="263"/>
        </pc:sldMkLst>
      </pc:sldChg>
      <pc:sldChg chg="modAnim">
        <pc:chgData name="Mateo Torres" userId="7aa6d403-1e83-4ade-9c12-634a0e92beaf" providerId="ADAL" clId="{5A436DAB-28CB-B749-A71E-F7CCDB0A695B}" dt="2021-03-11T02:49:26.279" v="66"/>
        <pc:sldMkLst>
          <pc:docMk/>
          <pc:sldMk cId="1361647413" sldId="264"/>
        </pc:sldMkLst>
      </pc:sldChg>
      <pc:sldChg chg="modAnim">
        <pc:chgData name="Mateo Torres" userId="7aa6d403-1e83-4ade-9c12-634a0e92beaf" providerId="ADAL" clId="{5A436DAB-28CB-B749-A71E-F7CCDB0A695B}" dt="2021-03-11T02:49:47.377" v="68"/>
        <pc:sldMkLst>
          <pc:docMk/>
          <pc:sldMk cId="1956013853" sldId="269"/>
        </pc:sldMkLst>
      </pc:sldChg>
    </pc:docChg>
  </pc:docChgLst>
  <pc:docChgLst>
    <pc:chgData name="Mateo Torres" userId="7aa6d403-1e83-4ade-9c12-634a0e92beaf" providerId="ADAL" clId="{6F839189-6CFC-1448-8F43-43AC5DCCE922}"/>
    <pc:docChg chg="undo custSel modSld">
      <pc:chgData name="Mateo Torres" userId="7aa6d403-1e83-4ade-9c12-634a0e92beaf" providerId="ADAL" clId="{6F839189-6CFC-1448-8F43-43AC5DCCE922}" dt="2022-03-08T14:14:35.323" v="248" actId="20577"/>
      <pc:docMkLst>
        <pc:docMk/>
      </pc:docMkLst>
      <pc:sldChg chg="addSp delSp modSp mod modAnim">
        <pc:chgData name="Mateo Torres" userId="7aa6d403-1e83-4ade-9c12-634a0e92beaf" providerId="ADAL" clId="{6F839189-6CFC-1448-8F43-43AC5DCCE922}" dt="2022-03-07T18:40:38.202" v="240" actId="166"/>
        <pc:sldMkLst>
          <pc:docMk/>
          <pc:sldMk cId="444470082" sldId="257"/>
        </pc:sldMkLst>
        <pc:spChg chg="mod">
          <ac:chgData name="Mateo Torres" userId="7aa6d403-1e83-4ade-9c12-634a0e92beaf" providerId="ADAL" clId="{6F839189-6CFC-1448-8F43-43AC5DCCE922}" dt="2022-03-04T17:08:44.500" v="41" actId="20577"/>
          <ac:spMkLst>
            <pc:docMk/>
            <pc:sldMk cId="444470082" sldId="257"/>
            <ac:spMk id="2" creationId="{61E3B226-C2C6-AC41-9050-A4B2F00D3C4B}"/>
          </ac:spMkLst>
        </pc:spChg>
        <pc:spChg chg="add del">
          <ac:chgData name="Mateo Torres" userId="7aa6d403-1e83-4ade-9c12-634a0e92beaf" providerId="ADAL" clId="{6F839189-6CFC-1448-8F43-43AC5DCCE922}" dt="2022-03-04T17:03:08.262" v="5" actId="478"/>
          <ac:spMkLst>
            <pc:docMk/>
            <pc:sldMk cId="444470082" sldId="257"/>
            <ac:spMk id="3" creationId="{34B907F5-0342-F644-985D-402F8553D9CF}"/>
          </ac:spMkLst>
        </pc:spChg>
        <pc:spChg chg="mod">
          <ac:chgData name="Mateo Torres" userId="7aa6d403-1e83-4ade-9c12-634a0e92beaf" providerId="ADAL" clId="{6F839189-6CFC-1448-8F43-43AC5DCCE922}" dt="2022-03-04T17:01:29.750" v="1" actId="20577"/>
          <ac:spMkLst>
            <pc:docMk/>
            <pc:sldMk cId="444470082" sldId="257"/>
            <ac:spMk id="6" creationId="{5AC2F613-06E7-0B49-8CE4-DA5BBDDE66DE}"/>
          </ac:spMkLst>
        </pc:spChg>
        <pc:spChg chg="add mod">
          <ac:chgData name="Mateo Torres" userId="7aa6d403-1e83-4ade-9c12-634a0e92beaf" providerId="ADAL" clId="{6F839189-6CFC-1448-8F43-43AC5DCCE922}" dt="2022-03-04T17:06:25.778" v="24" actId="2085"/>
          <ac:spMkLst>
            <pc:docMk/>
            <pc:sldMk cId="444470082" sldId="257"/>
            <ac:spMk id="16" creationId="{16E0E645-FF76-0D4F-ABC0-575A109717FD}"/>
          </ac:spMkLst>
        </pc:spChg>
        <pc:spChg chg="mod">
          <ac:chgData name="Mateo Torres" userId="7aa6d403-1e83-4ade-9c12-634a0e92beaf" providerId="ADAL" clId="{6F839189-6CFC-1448-8F43-43AC5DCCE922}" dt="2022-03-07T18:40:38.202" v="240" actId="166"/>
          <ac:spMkLst>
            <pc:docMk/>
            <pc:sldMk cId="444470082" sldId="257"/>
            <ac:spMk id="32" creationId="{9A8DBE08-E31A-B94E-A001-F3CAA471B46D}"/>
          </ac:spMkLst>
        </pc:spChg>
        <pc:spChg chg="mod">
          <ac:chgData name="Mateo Torres" userId="7aa6d403-1e83-4ade-9c12-634a0e92beaf" providerId="ADAL" clId="{6F839189-6CFC-1448-8F43-43AC5DCCE922}" dt="2022-03-04T17:01:39.786" v="3" actId="1076"/>
          <ac:spMkLst>
            <pc:docMk/>
            <pc:sldMk cId="444470082" sldId="257"/>
            <ac:spMk id="34" creationId="{AE3313ED-5D42-EC48-B3DE-D0C7BE11FB17}"/>
          </ac:spMkLst>
        </pc:spChg>
        <pc:picChg chg="mod">
          <ac:chgData name="Mateo Torres" userId="7aa6d403-1e83-4ade-9c12-634a0e92beaf" providerId="ADAL" clId="{6F839189-6CFC-1448-8F43-43AC5DCCE922}" dt="2022-03-04T17:04:31.700" v="7" actId="14100"/>
          <ac:picMkLst>
            <pc:docMk/>
            <pc:sldMk cId="444470082" sldId="257"/>
            <ac:picMk id="4" creationId="{49F5BD33-77D5-BC4B-9178-681909B66C0C}"/>
          </ac:picMkLst>
        </pc:picChg>
        <pc:picChg chg="add mod modCrop">
          <ac:chgData name="Mateo Torres" userId="7aa6d403-1e83-4ade-9c12-634a0e92beaf" providerId="ADAL" clId="{6F839189-6CFC-1448-8F43-43AC5DCCE922}" dt="2022-03-04T17:06:08.614" v="20" actId="1076"/>
          <ac:picMkLst>
            <pc:docMk/>
            <pc:sldMk cId="444470082" sldId="257"/>
            <ac:picMk id="12" creationId="{6F13C181-344B-4B4F-8E93-2E27F4DD9B73}"/>
          </ac:picMkLst>
        </pc:picChg>
        <pc:picChg chg="add mod">
          <ac:chgData name="Mateo Torres" userId="7aa6d403-1e83-4ade-9c12-634a0e92beaf" providerId="ADAL" clId="{6F839189-6CFC-1448-8F43-43AC5DCCE922}" dt="2022-03-04T17:05:48.722" v="18" actId="1076"/>
          <ac:picMkLst>
            <pc:docMk/>
            <pc:sldMk cId="444470082" sldId="257"/>
            <ac:picMk id="14" creationId="{FA495958-3A62-244F-97E2-18ECB1D1E7CB}"/>
          </ac:picMkLst>
        </pc:picChg>
        <pc:picChg chg="add mod">
          <ac:chgData name="Mateo Torres" userId="7aa6d403-1e83-4ade-9c12-634a0e92beaf" providerId="ADAL" clId="{6F839189-6CFC-1448-8F43-43AC5DCCE922}" dt="2022-03-04T17:07:19.064" v="29" actId="1076"/>
          <ac:picMkLst>
            <pc:docMk/>
            <pc:sldMk cId="444470082" sldId="257"/>
            <ac:picMk id="17" creationId="{CA1D803E-1E1E-8944-B42F-B4894A9E8C6B}"/>
          </ac:picMkLst>
        </pc:picChg>
      </pc:sldChg>
      <pc:sldChg chg="addSp delSp modSp mod delAnim modAnim">
        <pc:chgData name="Mateo Torres" userId="7aa6d403-1e83-4ade-9c12-634a0e92beaf" providerId="ADAL" clId="{6F839189-6CFC-1448-8F43-43AC5DCCE922}" dt="2022-03-07T18:06:06.571" v="239" actId="1076"/>
        <pc:sldMkLst>
          <pc:docMk/>
          <pc:sldMk cId="3233757561" sldId="258"/>
        </pc:sldMkLst>
        <pc:spChg chg="mod">
          <ac:chgData name="Mateo Torres" userId="7aa6d403-1e83-4ade-9c12-634a0e92beaf" providerId="ADAL" clId="{6F839189-6CFC-1448-8F43-43AC5DCCE922}" dt="2022-03-07T18:06:06.571" v="239" actId="1076"/>
          <ac:spMkLst>
            <pc:docMk/>
            <pc:sldMk cId="3233757561" sldId="258"/>
            <ac:spMk id="4" creationId="{5DD8D2F0-A9AB-5B47-A85B-A11B0D0A5A34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5" creationId="{8678BA1F-836C-8141-ACF0-F2B9FAB65340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6" creationId="{739E5E45-51B1-0F46-B8A0-22E1B4580ED0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7" creationId="{FF2D5260-8CE5-294D-AC05-EA3283036D6C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8" creationId="{21D77161-5819-144A-8C35-92480CDDFADC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0" creationId="{7C5DD9DA-DD4F-E444-B66D-F7D78B52873E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1" creationId="{583F3E67-BE51-7E46-AD55-05CA58E07120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3" creationId="{D9BC5ADB-49E4-7E48-945B-664E6F52250B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4" creationId="{43155003-4751-D34A-8755-2AF1C3037642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5" creationId="{443E083B-342D-7D43-A81D-3663E389C511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6" creationId="{33000083-4D53-0849-8DB7-61DACEFDBE9C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18" creationId="{6187A67B-038E-7846-BCE1-9ED5267DB38A}"/>
          </ac:spMkLst>
        </pc:spChg>
        <pc:spChg chg="mod">
          <ac:chgData name="Mateo Torres" userId="7aa6d403-1e83-4ade-9c12-634a0e92beaf" providerId="ADAL" clId="{6F839189-6CFC-1448-8F43-43AC5DCCE922}" dt="2022-03-07T18:05:58.276" v="238" actId="1035"/>
          <ac:spMkLst>
            <pc:docMk/>
            <pc:sldMk cId="3233757561" sldId="258"/>
            <ac:spMk id="33" creationId="{F6136ADF-89A7-9345-9129-0B31B3392002}"/>
          </ac:spMkLst>
        </pc:spChg>
        <pc:picChg chg="del">
          <ac:chgData name="Mateo Torres" userId="7aa6d403-1e83-4ade-9c12-634a0e92beaf" providerId="ADAL" clId="{6F839189-6CFC-1448-8F43-43AC5DCCE922}" dt="2022-03-04T17:09:28.079" v="42" actId="478"/>
          <ac:picMkLst>
            <pc:docMk/>
            <pc:sldMk cId="3233757561" sldId="258"/>
            <ac:picMk id="12" creationId="{0AB46C52-6707-2743-AA68-9AB70504229F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19" creationId="{567D3A01-924E-0E4D-89FE-6A0B78A0DFD0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0" creationId="{BC8BEBC7-F046-0649-898C-B798275DF505}"/>
          </ac:picMkLst>
        </pc:picChg>
        <pc:picChg chg="del">
          <ac:chgData name="Mateo Torres" userId="7aa6d403-1e83-4ade-9c12-634a0e92beaf" providerId="ADAL" clId="{6F839189-6CFC-1448-8F43-43AC5DCCE922}" dt="2022-03-04T17:09:33.613" v="45" actId="478"/>
          <ac:picMkLst>
            <pc:docMk/>
            <pc:sldMk cId="3233757561" sldId="258"/>
            <ac:picMk id="21" creationId="{C574FED2-419D-C145-A434-2548E01DE27D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2" creationId="{AE627C1D-C924-DB45-8584-9E90F9DBF88B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3" creationId="{E749AD83-8080-3A49-8D99-D6DAE0C6AE36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4" creationId="{E3085378-618D-F443-A9CF-2EF587BB34A4}"/>
          </ac:picMkLst>
        </pc:picChg>
        <pc:picChg chg="del">
          <ac:chgData name="Mateo Torres" userId="7aa6d403-1e83-4ade-9c12-634a0e92beaf" providerId="ADAL" clId="{6F839189-6CFC-1448-8F43-43AC5DCCE922}" dt="2022-03-04T17:09:39.252" v="48" actId="478"/>
          <ac:picMkLst>
            <pc:docMk/>
            <pc:sldMk cId="3233757561" sldId="258"/>
            <ac:picMk id="25" creationId="{A64E7267-8101-9B44-BA0A-67ACF50439CB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6" creationId="{34FA3973-0625-DC47-BAC1-FBA945D52A4E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7" creationId="{848B11C1-88FA-2747-A1EE-292A11D99412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8" creationId="{481C316F-F9C2-9C48-8341-AE82AAC759C9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9" creationId="{8652528E-D156-0D4E-86C0-ED7ED9EB17A1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30" creationId="{676B1C46-D969-5541-ACA6-FBDB103F85C2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31" creationId="{DEFDB043-8CDB-3046-98AE-D8942C185F71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32" creationId="{B87A6431-5D7E-D440-9056-A8A07BB04C5A}"/>
          </ac:picMkLst>
        </pc:picChg>
        <pc:picChg chg="del">
          <ac:chgData name="Mateo Torres" userId="7aa6d403-1e83-4ade-9c12-634a0e92beaf" providerId="ADAL" clId="{6F839189-6CFC-1448-8F43-43AC5DCCE922}" dt="2022-03-04T17:10:07.319" v="58" actId="478"/>
          <ac:picMkLst>
            <pc:docMk/>
            <pc:sldMk cId="3233757561" sldId="258"/>
            <ac:picMk id="35" creationId="{F49DDB45-60B6-2141-AB5C-67FA9D7276C5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37" creationId="{DB790872-7A1C-2B43-A637-AB32B64F5229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38" creationId="{2FA7DC15-8E34-BB48-8F7C-24B007E75B5A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39" creationId="{F67CC885-23F4-5147-BC00-7EF29EE78896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40" creationId="{31EB645E-0B66-AC48-A359-B5571F0D4177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41" creationId="{DEFDB043-8CDB-3046-98AE-D8942C185F71}"/>
          </ac:picMkLst>
        </pc:picChg>
        <pc:picChg chg="add 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42" creationId="{E9D97DF6-5405-B146-976C-FCF525D69C1F}"/>
          </ac:picMkLst>
        </pc:picChg>
        <pc:picChg chg="add 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43" creationId="{FD4055C2-3313-D24E-875A-AF0B372FA125}"/>
          </ac:picMkLst>
        </pc:picChg>
        <pc:picChg chg="add 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44" creationId="{BC769D09-9DFB-D34E-B627-C0E9F375ABB0}"/>
          </ac:picMkLst>
        </pc:picChg>
        <pc:picChg chg="add 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45" creationId="{23B44FB6-6B45-E94F-8AA4-41C105775D57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050" creationId="{3630B2D9-CE71-524F-B1CC-1765D8104CF0}"/>
          </ac:picMkLst>
        </pc:picChg>
        <pc:picChg chg="mod">
          <ac:chgData name="Mateo Torres" userId="7aa6d403-1e83-4ade-9c12-634a0e92beaf" providerId="ADAL" clId="{6F839189-6CFC-1448-8F43-43AC5DCCE922}" dt="2022-03-07T18:05:58.276" v="238" actId="1035"/>
          <ac:picMkLst>
            <pc:docMk/>
            <pc:sldMk cId="3233757561" sldId="258"/>
            <ac:picMk id="2052" creationId="{2D2F2186-50A3-424B-98A6-D6F28D11C910}"/>
          </ac:picMkLst>
        </pc:picChg>
      </pc:sldChg>
      <pc:sldChg chg="addSp modSp mod modAnim">
        <pc:chgData name="Mateo Torres" userId="7aa6d403-1e83-4ade-9c12-634a0e92beaf" providerId="ADAL" clId="{6F839189-6CFC-1448-8F43-43AC5DCCE922}" dt="2022-03-07T17:28:11.796" v="172"/>
        <pc:sldMkLst>
          <pc:docMk/>
          <pc:sldMk cId="3477182141" sldId="260"/>
        </pc:sldMkLst>
        <pc:spChg chg="add mod">
          <ac:chgData name="Mateo Torres" userId="7aa6d403-1e83-4ade-9c12-634a0e92beaf" providerId="ADAL" clId="{6F839189-6CFC-1448-8F43-43AC5DCCE922}" dt="2022-03-07T16:41:20.212" v="90" actId="1076"/>
          <ac:spMkLst>
            <pc:docMk/>
            <pc:sldMk cId="3477182141" sldId="260"/>
            <ac:spMk id="3" creationId="{7B4A1C48-5647-4C4F-9F7F-8A81DBDBA2E9}"/>
          </ac:spMkLst>
        </pc:spChg>
        <pc:spChg chg="add mod">
          <ac:chgData name="Mateo Torres" userId="7aa6d403-1e83-4ade-9c12-634a0e92beaf" providerId="ADAL" clId="{6F839189-6CFC-1448-8F43-43AC5DCCE922}" dt="2022-03-07T16:41:33.430" v="102" actId="1076"/>
          <ac:spMkLst>
            <pc:docMk/>
            <pc:sldMk cId="3477182141" sldId="260"/>
            <ac:spMk id="4" creationId="{972464A5-6936-0C4F-B03E-A472A8B6FF28}"/>
          </ac:spMkLst>
        </pc:spChg>
        <pc:spChg chg="mod">
          <ac:chgData name="Mateo Torres" userId="7aa6d403-1e83-4ade-9c12-634a0e92beaf" providerId="ADAL" clId="{6F839189-6CFC-1448-8F43-43AC5DCCE922}" dt="2022-03-07T16:40:46.405" v="62" actId="6549"/>
          <ac:spMkLst>
            <pc:docMk/>
            <pc:sldMk cId="3477182141" sldId="260"/>
            <ac:spMk id="12" creationId="{00000000-0000-0000-0000-000000000000}"/>
          </ac:spMkLst>
        </pc:spChg>
        <pc:spChg chg="mod">
          <ac:chgData name="Mateo Torres" userId="7aa6d403-1e83-4ade-9c12-634a0e92beaf" providerId="ADAL" clId="{6F839189-6CFC-1448-8F43-43AC5DCCE922}" dt="2022-03-07T16:40:40.287" v="61" actId="6549"/>
          <ac:spMkLst>
            <pc:docMk/>
            <pc:sldMk cId="3477182141" sldId="260"/>
            <ac:spMk id="21" creationId="{00000000-0000-0000-0000-000000000000}"/>
          </ac:spMkLst>
        </pc:spChg>
        <pc:spChg chg="mod">
          <ac:chgData name="Mateo Torres" userId="7aa6d403-1e83-4ade-9c12-634a0e92beaf" providerId="ADAL" clId="{6F839189-6CFC-1448-8F43-43AC5DCCE922}" dt="2022-03-07T16:41:40.765" v="104" actId="1076"/>
          <ac:spMkLst>
            <pc:docMk/>
            <pc:sldMk cId="3477182141" sldId="260"/>
            <ac:spMk id="23" creationId="{00000000-0000-0000-0000-000000000000}"/>
          </ac:spMkLst>
        </pc:spChg>
        <pc:spChg chg="add mod">
          <ac:chgData name="Mateo Torres" userId="7aa6d403-1e83-4ade-9c12-634a0e92beaf" providerId="ADAL" clId="{6F839189-6CFC-1448-8F43-43AC5DCCE922}" dt="2022-03-07T16:42:03.908" v="115" actId="1076"/>
          <ac:spMkLst>
            <pc:docMk/>
            <pc:sldMk cId="3477182141" sldId="260"/>
            <ac:spMk id="25" creationId="{BEA2D209-6271-FD4A-A406-0946E542F6A8}"/>
          </ac:spMkLst>
        </pc:spChg>
      </pc:sldChg>
      <pc:sldChg chg="addSp modSp mod modAnim">
        <pc:chgData name="Mateo Torres" userId="7aa6d403-1e83-4ade-9c12-634a0e92beaf" providerId="ADAL" clId="{6F839189-6CFC-1448-8F43-43AC5DCCE922}" dt="2022-03-08T14:14:17.978" v="242" actId="20577"/>
        <pc:sldMkLst>
          <pc:docMk/>
          <pc:sldMk cId="299619409" sldId="261"/>
        </pc:sldMkLst>
        <pc:spChg chg="mod">
          <ac:chgData name="Mateo Torres" userId="7aa6d403-1e83-4ade-9c12-634a0e92beaf" providerId="ADAL" clId="{6F839189-6CFC-1448-8F43-43AC5DCCE922}" dt="2022-03-08T14:14:17.978" v="242" actId="20577"/>
          <ac:spMkLst>
            <pc:docMk/>
            <pc:sldMk cId="299619409" sldId="261"/>
            <ac:spMk id="6" creationId="{00000000-0000-0000-0000-000000000000}"/>
          </ac:spMkLst>
        </pc:spChg>
        <pc:spChg chg="mod">
          <ac:chgData name="Mateo Torres" userId="7aa6d403-1e83-4ade-9c12-634a0e92beaf" providerId="ADAL" clId="{6F839189-6CFC-1448-8F43-43AC5DCCE922}" dt="2022-03-07T16:42:10.837" v="119" actId="6549"/>
          <ac:spMkLst>
            <pc:docMk/>
            <pc:sldMk cId="299619409" sldId="261"/>
            <ac:spMk id="10" creationId="{00000000-0000-0000-0000-000000000000}"/>
          </ac:spMkLst>
        </pc:spChg>
        <pc:spChg chg="add mod">
          <ac:chgData name="Mateo Torres" userId="7aa6d403-1e83-4ade-9c12-634a0e92beaf" providerId="ADAL" clId="{6F839189-6CFC-1448-8F43-43AC5DCCE922}" dt="2022-03-07T16:42:19.351" v="120"/>
          <ac:spMkLst>
            <pc:docMk/>
            <pc:sldMk cId="299619409" sldId="261"/>
            <ac:spMk id="11" creationId="{70C09F99-2292-1647-BDEE-86381E23EC62}"/>
          </ac:spMkLst>
        </pc:spChg>
        <pc:spChg chg="add mod">
          <ac:chgData name="Mateo Torres" userId="7aa6d403-1e83-4ade-9c12-634a0e92beaf" providerId="ADAL" clId="{6F839189-6CFC-1448-8F43-43AC5DCCE922}" dt="2022-03-07T16:42:34.306" v="126" actId="20577"/>
          <ac:spMkLst>
            <pc:docMk/>
            <pc:sldMk cId="299619409" sldId="261"/>
            <ac:spMk id="12" creationId="{0921DA0F-C108-9D47-89C8-CE36FFC0DAC0}"/>
          </ac:spMkLst>
        </pc:spChg>
        <pc:spChg chg="mod">
          <ac:chgData name="Mateo Torres" userId="7aa6d403-1e83-4ade-9c12-634a0e92beaf" providerId="ADAL" clId="{6F839189-6CFC-1448-8F43-43AC5DCCE922}" dt="2022-03-07T16:42:40.072" v="130" actId="6549"/>
          <ac:spMkLst>
            <pc:docMk/>
            <pc:sldMk cId="299619409" sldId="261"/>
            <ac:spMk id="14" creationId="{00000000-0000-0000-0000-000000000000}"/>
          </ac:spMkLst>
        </pc:spChg>
      </pc:sldChg>
      <pc:sldChg chg="modSp modAnim">
        <pc:chgData name="Mateo Torres" userId="7aa6d403-1e83-4ade-9c12-634a0e92beaf" providerId="ADAL" clId="{6F839189-6CFC-1448-8F43-43AC5DCCE922}" dt="2022-03-08T14:14:28.348" v="246" actId="20577"/>
        <pc:sldMkLst>
          <pc:docMk/>
          <pc:sldMk cId="3242145642" sldId="262"/>
        </pc:sldMkLst>
        <pc:spChg chg="mod">
          <ac:chgData name="Mateo Torres" userId="7aa6d403-1e83-4ade-9c12-634a0e92beaf" providerId="ADAL" clId="{6F839189-6CFC-1448-8F43-43AC5DCCE922}" dt="2022-03-08T14:14:24.595" v="244" actId="20577"/>
          <ac:spMkLst>
            <pc:docMk/>
            <pc:sldMk cId="3242145642" sldId="262"/>
            <ac:spMk id="6" creationId="{00000000-0000-0000-0000-000000000000}"/>
          </ac:spMkLst>
        </pc:spChg>
        <pc:spChg chg="mod">
          <ac:chgData name="Mateo Torres" userId="7aa6d403-1e83-4ade-9c12-634a0e92beaf" providerId="ADAL" clId="{6F839189-6CFC-1448-8F43-43AC5DCCE922}" dt="2022-03-08T14:14:28.348" v="246" actId="20577"/>
          <ac:spMkLst>
            <pc:docMk/>
            <pc:sldMk cId="3242145642" sldId="262"/>
            <ac:spMk id="32" creationId="{00000000-0000-0000-0000-000000000000}"/>
          </ac:spMkLst>
        </pc:spChg>
      </pc:sldChg>
      <pc:sldChg chg="modSp">
        <pc:chgData name="Mateo Torres" userId="7aa6d403-1e83-4ade-9c12-634a0e92beaf" providerId="ADAL" clId="{6F839189-6CFC-1448-8F43-43AC5DCCE922}" dt="2022-03-08T14:14:35.323" v="248" actId="20577"/>
        <pc:sldMkLst>
          <pc:docMk/>
          <pc:sldMk cId="1460628313" sldId="263"/>
        </pc:sldMkLst>
        <pc:spChg chg="mod">
          <ac:chgData name="Mateo Torres" userId="7aa6d403-1e83-4ade-9c12-634a0e92beaf" providerId="ADAL" clId="{6F839189-6CFC-1448-8F43-43AC5DCCE922}" dt="2022-03-08T14:14:35.323" v="248" actId="20577"/>
          <ac:spMkLst>
            <pc:docMk/>
            <pc:sldMk cId="1460628313" sldId="263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E1506-F66B-AA47-A1AB-E4C34F3796E0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A5F36-F77F-F444-826A-6051A97C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8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scikit</a:t>
            </a:r>
            <a:r>
              <a:rPr lang="en-US" dirty="0"/>
              <a:t>-learn in the Python data science “constellation”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A5F36-F77F-F444-826A-6051A97CAA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0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A5F36-F77F-F444-826A-6051A97CAA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2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1F54-2085-4E4B-89D5-79C620BB5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 baseline="0">
                <a:solidFill>
                  <a:srgbClr val="23CB87"/>
                </a:solidFill>
                <a:latin typeface="DIN Alternate" panose="020B0500000000000000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B1516-F070-4294-B148-F6F45CA13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002C-9651-4FF6-83EB-357F6429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4BC6A-F598-4AD4-9FB3-83B92EED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95B9E-9405-4004-8DFD-06A406CA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3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1CD7-A674-497C-BDB1-4A82185B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rgbClr val="23CB87"/>
                </a:solidFill>
                <a:latin typeface="DIN Alternate" panose="020B0500000000000000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D90B-117F-46B8-8538-8B89F66C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940DA-8F70-4A41-817E-97D6A2DD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0440-8FF8-40EF-8658-513C3E53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C4270-0A2D-4436-A28F-5249E6D2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8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4210-8BD0-46D6-A9BD-875F8678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 baseline="0">
                <a:solidFill>
                  <a:srgbClr val="23CB87"/>
                </a:solidFill>
                <a:latin typeface="DIN Alternate" panose="020B0500000000000000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5F88F-1D63-4445-8EA8-AC869CD5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DAC7-15DA-43E9-A1C2-339E9BE7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25BC7-73E7-4A4E-9B33-73C0D031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3D39-44AC-49E5-ADCF-4DC190A2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9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3E96-4D67-4833-BBCA-C2A81C281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rgbClr val="23CB87"/>
                </a:solidFill>
                <a:latin typeface="DIN Alternate" panose="020B0500000000000000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E87D-4C10-4264-B931-C206C7DE4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EC778-CA86-4095-9EEB-7AC69B810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A52E9-D220-4888-BDB2-8203E1AC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80A58-2233-4C98-BED0-F7F5E87E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7B6EF-CFDA-4549-9408-4F29A9CE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3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201C-E330-4F7D-9B3F-19BE186D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D9C43-1F9E-4C1D-B0A0-67A83B3CF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BB484-9483-4C39-9C09-1CB96BF9E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DBF44-DB3C-4E69-8D64-C09D612E9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D6307-F6A8-4909-85E0-DC754224F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1E3C80-9B57-4A9D-9E6C-9C73C5D1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A803E-BAD2-4FA2-92CC-ABB9137A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8E893-A289-4323-83CB-11B18A55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1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7EAB-DDD4-43A6-98B5-2EDA2444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rgbClr val="23CB87"/>
                </a:solidFill>
                <a:latin typeface="DIN Alternate" panose="020B0500000000000000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0C4AA-CF76-455B-ABA6-B2D04BFB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2DB58-B75E-41CC-9DB4-29FB0C53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8EE9DD-807A-4181-96AC-A55E91B18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1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58CDC-13D8-4F02-8643-729322D5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86A3E-5031-4C15-A755-3E8649D5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6552-0AD0-4D0C-998E-2188A7C4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3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4191-450C-4E86-B37B-B775F78E2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6A73-7420-43D2-AEC1-9ED91B33F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B6944-4BC5-4A48-B7EF-6D05E4E92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17101-00E7-4CB5-837B-E516BA220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5F872-71CF-42B6-B4A6-2F136398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DC402-8B2A-4C09-9FFB-662E7D10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2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CE66-B2F4-43D2-8D41-A8DA0CEA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72E59-3BCC-43D6-B1D8-0EB2280D7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E1ED3-7551-485F-9559-C490D94FF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AE363-BE0D-4943-B616-22AC8DA2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EF8B-B1EC-41EB-83E1-B499AD6A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AE4F9-B8AD-4BC8-A7F2-0B71B030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7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FD30-8BF0-45FB-8771-549AAB87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rgbClr val="23CB87"/>
                </a:solidFill>
                <a:latin typeface="DIN Alternate" panose="020B0500000000000000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D4014-3C29-4EF4-99D4-94A5AEF8B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E1330-E878-454D-86BB-18EB8938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C757E-7055-4040-AAC5-2725B5D0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A452C-C8C6-49D8-B777-EE2BC32B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0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7468C-C111-4778-B7FB-012F7056B5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D2D1D-F962-4299-907D-B4810427E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A1002-D573-4240-8356-3C7A1DD4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9B3E9-3254-4F6D-A12A-AE82D281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7BF07-AD0A-4349-9DAE-AF5F7BFF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0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 baseline="0">
                <a:latin typeface="PT Sans" panose="020B0503020203020204" pitchFamily="34" charset="77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Google Shape;19;p4"/>
          <p:cNvSpPr/>
          <p:nvPr/>
        </p:nvSpPr>
        <p:spPr>
          <a:xfrm>
            <a:off x="100" y="0"/>
            <a:ext cx="12192000" cy="1411200"/>
          </a:xfrm>
          <a:prstGeom prst="rect">
            <a:avLst/>
          </a:prstGeom>
          <a:solidFill>
            <a:srgbClr val="28274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/>
          <p:nvPr/>
        </p:nvSpPr>
        <p:spPr>
          <a:xfrm rot="5400000">
            <a:off x="916119" y="783600"/>
            <a:ext cx="293200" cy="190800"/>
          </a:xfrm>
          <a:prstGeom prst="triangle">
            <a:avLst>
              <a:gd name="adj" fmla="val 50000"/>
            </a:avLst>
          </a:prstGeom>
          <a:solidFill>
            <a:srgbClr val="F6C0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1197333" y="501433"/>
            <a:ext cx="1057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 baseline="0">
                <a:solidFill>
                  <a:srgbClr val="FFFFFF"/>
                </a:solidFill>
                <a:latin typeface="PT Sans" panose="020B0503020203020204" pitchFamily="34" charset="77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T Sans"/>
              <a:buNone/>
              <a:defRPr sz="3467" b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848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D7FA8-7862-4464-BFCC-39CDA986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5D7EB-6644-40D5-9CEF-71AF3AA33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BEEC6-CB16-45F0-8EC6-656FEEF8A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14166-7FE7-A84B-B628-0289D9A353F9}" type="datetimeFigureOut">
              <a:rPr lang="en-US" smtClean="0"/>
              <a:t>08-Mar-24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CDC5C-7170-40FF-A4EF-BDF45DCFD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A989-C7D1-4BD4-A994-D64B7531C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D1D42-A2E8-7B4C-A7F9-75F6771FB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8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baseline="0">
          <a:solidFill>
            <a:srgbClr val="23CB87"/>
          </a:solidFill>
          <a:latin typeface="DIN Alternate" panose="020B0500000000000000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3" Type="http://schemas.openxmlformats.org/officeDocument/2006/relationships/image" Target="../media/image310.png"/><Relationship Id="rId7" Type="http://schemas.openxmlformats.org/officeDocument/2006/relationships/image" Target="../media/image22.png"/><Relationship Id="rId12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4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D5A1-37B3-AA44-B33B-94281A667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Scikit-learn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9082D-D63C-9342-BF9A-7113021DA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express introduction</a:t>
            </a:r>
          </a:p>
        </p:txBody>
      </p:sp>
    </p:spTree>
    <p:extLst>
      <p:ext uri="{BB962C8B-B14F-4D97-AF65-F5344CB8AC3E}">
        <p14:creationId xmlns:p14="http://schemas.microsoft.com/office/powerpoint/2010/main" val="139236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B226-C2C6-AC41-9050-A4B2F00D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69" y="93716"/>
            <a:ext cx="10515600" cy="481950"/>
          </a:xfrm>
        </p:spPr>
        <p:txBody>
          <a:bodyPr>
            <a:normAutofit fontScale="90000"/>
          </a:bodyPr>
          <a:lstStyle/>
          <a:p>
            <a:r>
              <a:rPr lang="en-US" dirty="0"/>
              <a:t>scikit-learn in the Python data science “ecosystem”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5BD33-77D5-BC4B-9178-681909B6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22" y="3217656"/>
            <a:ext cx="7151500" cy="2018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C2F613-06E7-0B49-8CE4-DA5BBDDE66DE}"/>
              </a:ext>
            </a:extLst>
          </p:cNvPr>
          <p:cNvSpPr txBox="1"/>
          <p:nvPr/>
        </p:nvSpPr>
        <p:spPr>
          <a:xfrm>
            <a:off x="3215908" y="2587455"/>
            <a:ext cx="3151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T Sans" panose="020B0503020203020204" pitchFamily="34" charset="77"/>
              </a:rPr>
              <a:t>Core Scientific Python Tools </a:t>
            </a:r>
          </a:p>
          <a:p>
            <a:r>
              <a:rPr lang="en-US" dirty="0">
                <a:latin typeface="PT Sans" panose="020B0503020203020204" pitchFamily="34" charset="77"/>
              </a:rPr>
              <a:t>(https://scientific-</a:t>
            </a:r>
            <a:r>
              <a:rPr lang="en-US" dirty="0" err="1">
                <a:latin typeface="PT Sans" panose="020B0503020203020204" pitchFamily="34" charset="77"/>
              </a:rPr>
              <a:t>python.org</a:t>
            </a:r>
            <a:r>
              <a:rPr lang="en-US" dirty="0">
                <a:latin typeface="PT Sans" panose="020B0503020203020204" pitchFamily="34" charset="77"/>
              </a:rPr>
              <a:t>/)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229FB4-7503-FE44-B102-2E6CFF27C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07" y="5412379"/>
            <a:ext cx="618364" cy="776441"/>
          </a:xfrm>
          <a:prstGeom prst="rect">
            <a:avLst/>
          </a:prstGeom>
        </p:spPr>
      </p:pic>
      <p:pic>
        <p:nvPicPr>
          <p:cNvPr id="1026" name="Picture 2" descr="Show notebooks in Drive">
            <a:extLst>
              <a:ext uri="{FF2B5EF4-FFF2-40B4-BE49-F238E27FC236}">
                <a16:creationId xmlns:a16="http://schemas.microsoft.com/office/drawing/2014/main" id="{4DCEA2EF-0B00-EA46-A57C-4D7648780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654" y="5334315"/>
            <a:ext cx="932567" cy="93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0A9B2C-CFE2-E847-BEFB-2C4B6A4DD5A2}"/>
              </a:ext>
            </a:extLst>
          </p:cNvPr>
          <p:cNvSpPr txBox="1"/>
          <p:nvPr/>
        </p:nvSpPr>
        <p:spPr>
          <a:xfrm>
            <a:off x="186311" y="6266882"/>
            <a:ext cx="265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Interactive Environments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2036A4-6EA4-8447-9B6B-933805A09A28}"/>
              </a:ext>
            </a:extLst>
          </p:cNvPr>
          <p:cNvSpPr/>
          <p:nvPr/>
        </p:nvSpPr>
        <p:spPr>
          <a:xfrm>
            <a:off x="159970" y="2419130"/>
            <a:ext cx="7557426" cy="281741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3CF98D-C6E6-6D4F-8739-D3375493FA51}"/>
              </a:ext>
            </a:extLst>
          </p:cNvPr>
          <p:cNvSpPr/>
          <p:nvPr/>
        </p:nvSpPr>
        <p:spPr>
          <a:xfrm>
            <a:off x="172081" y="4395166"/>
            <a:ext cx="2664477" cy="236911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scikit-learn – Wikipédia, a enciclopédia livre">
            <a:extLst>
              <a:ext uri="{FF2B5EF4-FFF2-40B4-BE49-F238E27FC236}">
                <a16:creationId xmlns:a16="http://schemas.microsoft.com/office/drawing/2014/main" id="{B5FEEB7C-EAC3-F343-A1E5-7328EC6FB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77" y="958316"/>
            <a:ext cx="1212234" cy="65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lling scikit-image — skimage v0.19.0.dev0 docs">
            <a:extLst>
              <a:ext uri="{FF2B5EF4-FFF2-40B4-BE49-F238E27FC236}">
                <a16:creationId xmlns:a16="http://schemas.microsoft.com/office/drawing/2014/main" id="{D5BE2D2B-AC58-A84B-936A-37898D36D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881" y="1077109"/>
            <a:ext cx="1958491" cy="48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F9DE1D1-981F-F149-B449-E9ECBE79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30" y="1780803"/>
            <a:ext cx="1212234" cy="46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409A81-B899-3244-90A2-DC057185F4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8600" y="1754083"/>
            <a:ext cx="1984909" cy="5800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2007166-A665-A344-8AAE-246B3BD73124}"/>
              </a:ext>
            </a:extLst>
          </p:cNvPr>
          <p:cNvSpPr txBox="1"/>
          <p:nvPr/>
        </p:nvSpPr>
        <p:spPr>
          <a:xfrm>
            <a:off x="5785626" y="870013"/>
            <a:ext cx="184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 err="1">
                <a:latin typeface="PT Sans" panose="020B0503020203020204" pitchFamily="34" charset="77"/>
              </a:rPr>
              <a:t>Specialised</a:t>
            </a:r>
            <a:r>
              <a:rPr lang="en-US" dirty="0">
                <a:latin typeface="PT Sans" panose="020B0503020203020204" pitchFamily="34" charset="77"/>
              </a:rPr>
              <a:t> “kits”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4B098536-72D8-1E45-8C6B-1D4F9ED640BA}"/>
              </a:ext>
            </a:extLst>
          </p:cNvPr>
          <p:cNvSpPr/>
          <p:nvPr/>
        </p:nvSpPr>
        <p:spPr>
          <a:xfrm>
            <a:off x="172080" y="832982"/>
            <a:ext cx="7521178" cy="3318057"/>
          </a:xfrm>
          <a:custGeom>
            <a:avLst/>
            <a:gdLst>
              <a:gd name="connsiteX0" fmla="*/ 626019 w 7521178"/>
              <a:gd name="connsiteY0" fmla="*/ 0 h 3318057"/>
              <a:gd name="connsiteX1" fmla="*/ 7264837 w 7521178"/>
              <a:gd name="connsiteY1" fmla="*/ 0 h 3318057"/>
              <a:gd name="connsiteX2" fmla="*/ 7521178 w 7521178"/>
              <a:gd name="connsiteY2" fmla="*/ 256341 h 3318057"/>
              <a:gd name="connsiteX3" fmla="*/ 7521178 w 7521178"/>
              <a:gd name="connsiteY3" fmla="*/ 1281677 h 3318057"/>
              <a:gd name="connsiteX4" fmla="*/ 7264837 w 7521178"/>
              <a:gd name="connsiteY4" fmla="*/ 1538018 h 3318057"/>
              <a:gd name="connsiteX5" fmla="*/ 2664477 w 7521178"/>
              <a:gd name="connsiteY5" fmla="*/ 1538018 h 3318057"/>
              <a:gd name="connsiteX6" fmla="*/ 2664477 w 7521178"/>
              <a:gd name="connsiteY6" fmla="*/ 2873969 h 3318057"/>
              <a:gd name="connsiteX7" fmla="*/ 2220389 w 7521178"/>
              <a:gd name="connsiteY7" fmla="*/ 3318057 h 3318057"/>
              <a:gd name="connsiteX8" fmla="*/ 444088 w 7521178"/>
              <a:gd name="connsiteY8" fmla="*/ 3318057 h 3318057"/>
              <a:gd name="connsiteX9" fmla="*/ 0 w 7521178"/>
              <a:gd name="connsiteY9" fmla="*/ 2873969 h 3318057"/>
              <a:gd name="connsiteX10" fmla="*/ 0 w 7521178"/>
              <a:gd name="connsiteY10" fmla="*/ 450350 h 3318057"/>
              <a:gd name="connsiteX11" fmla="*/ 444088 w 7521178"/>
              <a:gd name="connsiteY11" fmla="*/ 6262 h 3318057"/>
              <a:gd name="connsiteX12" fmla="*/ 570962 w 7521178"/>
              <a:gd name="connsiteY12" fmla="*/ 6262 h 3318057"/>
              <a:gd name="connsiteX13" fmla="*/ 574358 w 7521178"/>
              <a:gd name="connsiteY13" fmla="*/ 5208 h 3318057"/>
              <a:gd name="connsiteX14" fmla="*/ 626019 w 7521178"/>
              <a:gd name="connsiteY14" fmla="*/ 0 h 3318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21178" h="3318057">
                <a:moveTo>
                  <a:pt x="626019" y="0"/>
                </a:moveTo>
                <a:lnTo>
                  <a:pt x="7264837" y="0"/>
                </a:lnTo>
                <a:cubicBezTo>
                  <a:pt x="7406410" y="0"/>
                  <a:pt x="7521178" y="114768"/>
                  <a:pt x="7521178" y="256341"/>
                </a:cubicBezTo>
                <a:lnTo>
                  <a:pt x="7521178" y="1281677"/>
                </a:lnTo>
                <a:cubicBezTo>
                  <a:pt x="7521178" y="1423250"/>
                  <a:pt x="7406410" y="1538018"/>
                  <a:pt x="7264837" y="1538018"/>
                </a:cubicBezTo>
                <a:lnTo>
                  <a:pt x="2664477" y="1538018"/>
                </a:lnTo>
                <a:lnTo>
                  <a:pt x="2664477" y="2873969"/>
                </a:lnTo>
                <a:cubicBezTo>
                  <a:pt x="2664477" y="3119232"/>
                  <a:pt x="2465652" y="3318057"/>
                  <a:pt x="2220389" y="3318057"/>
                </a:cubicBezTo>
                <a:lnTo>
                  <a:pt x="444088" y="3318057"/>
                </a:lnTo>
                <a:cubicBezTo>
                  <a:pt x="198825" y="3318057"/>
                  <a:pt x="0" y="3119232"/>
                  <a:pt x="0" y="2873969"/>
                </a:cubicBezTo>
                <a:lnTo>
                  <a:pt x="0" y="450350"/>
                </a:lnTo>
                <a:cubicBezTo>
                  <a:pt x="0" y="205087"/>
                  <a:pt x="198825" y="6262"/>
                  <a:pt x="444088" y="6262"/>
                </a:cubicBezTo>
                <a:lnTo>
                  <a:pt x="570962" y="6262"/>
                </a:lnTo>
                <a:lnTo>
                  <a:pt x="574358" y="5208"/>
                </a:lnTo>
                <a:cubicBezTo>
                  <a:pt x="591045" y="1793"/>
                  <a:pt x="608323" y="0"/>
                  <a:pt x="626019" y="0"/>
                </a:cubicBezTo>
                <a:close/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2" descr="How To Install TensorFlow on CentOS 8 - idroot">
            <a:extLst>
              <a:ext uri="{FF2B5EF4-FFF2-40B4-BE49-F238E27FC236}">
                <a16:creationId xmlns:a16="http://schemas.microsoft.com/office/drawing/2014/main" id="{BF39A165-FE97-4D45-A45E-0B66C6D4D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269" y="1692476"/>
            <a:ext cx="989177" cy="60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orch Logo">
            <a:extLst>
              <a:ext uri="{FF2B5EF4-FFF2-40B4-BE49-F238E27FC236}">
                <a16:creationId xmlns:a16="http://schemas.microsoft.com/office/drawing/2014/main" id="{EC8071EE-F1D7-FF4E-9CDF-23AD07412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924" y="1615914"/>
            <a:ext cx="1507852" cy="30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9BA444-DA37-6740-BAEA-6640EA9EFF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0528" y="1909334"/>
            <a:ext cx="1097499" cy="344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ECAAB8-B186-2F44-9CBD-1F78E717DF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2420" y="1038797"/>
            <a:ext cx="1212234" cy="491559"/>
          </a:xfrm>
          <a:prstGeom prst="rect">
            <a:avLst/>
          </a:prstGeom>
        </p:spPr>
      </p:pic>
      <p:pic>
        <p:nvPicPr>
          <p:cNvPr id="15" name="Picture 10" descr="The Biopython Project">
            <a:extLst>
              <a:ext uri="{FF2B5EF4-FFF2-40B4-BE49-F238E27FC236}">
                <a16:creationId xmlns:a16="http://schemas.microsoft.com/office/drawing/2014/main" id="{31EB645E-0B66-AC48-A359-B5571F0D4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765" y="1766699"/>
            <a:ext cx="850296" cy="5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51950C-C4BB-0D45-9F8D-64EF03A075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0326" y="1203929"/>
            <a:ext cx="1223629" cy="4620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B6C470-1238-B647-93AA-612D6BBCBCE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9672" y="3637650"/>
            <a:ext cx="743328" cy="962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3EFAA-BDDB-8C4E-94A4-71BF641DBF5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7186" y="4700901"/>
            <a:ext cx="2102297" cy="481949"/>
          </a:xfrm>
          <a:prstGeom prst="rect">
            <a:avLst/>
          </a:prstGeom>
        </p:spPr>
      </p:pic>
      <p:pic>
        <p:nvPicPr>
          <p:cNvPr id="1042" name="Picture 18" descr="Cartopy">
            <a:extLst>
              <a:ext uri="{FF2B5EF4-FFF2-40B4-BE49-F238E27FC236}">
                <a16:creationId xmlns:a16="http://schemas.microsoft.com/office/drawing/2014/main" id="{5AD83886-2CA6-AC4D-952E-29AAF7386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480" y="3784134"/>
            <a:ext cx="1352019" cy="688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E3313ED-5D42-EC48-B3DE-D0C7BE11FB17}"/>
              </a:ext>
            </a:extLst>
          </p:cNvPr>
          <p:cNvSpPr txBox="1"/>
          <p:nvPr/>
        </p:nvSpPr>
        <p:spPr>
          <a:xfrm>
            <a:off x="8213551" y="3300459"/>
            <a:ext cx="1970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Data Visualization</a:t>
            </a:r>
          </a:p>
        </p:txBody>
      </p:sp>
      <p:pic>
        <p:nvPicPr>
          <p:cNvPr id="35" name="Picture 2" descr="How to Build Chat into Django Applications with Twilio Programmable Chat -  Twilio">
            <a:extLst>
              <a:ext uri="{FF2B5EF4-FFF2-40B4-BE49-F238E27FC236}">
                <a16:creationId xmlns:a16="http://schemas.microsoft.com/office/drawing/2014/main" id="{2BADC358-1C59-0B45-914C-A782FBE2D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786" y="1342329"/>
            <a:ext cx="1300064" cy="58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GitHub - tiangolo/fastapi: FastAPI framework, high performance, easy to  learn, fast to code, ready for production">
            <a:extLst>
              <a:ext uri="{FF2B5EF4-FFF2-40B4-BE49-F238E27FC236}">
                <a16:creationId xmlns:a16="http://schemas.microsoft.com/office/drawing/2014/main" id="{F39B176E-E99D-FD4B-A8F5-568F6D674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7470" y="1342330"/>
            <a:ext cx="1775904" cy="64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1A4795B-6528-904D-9A6E-90BC9C1DD7CB}"/>
              </a:ext>
            </a:extLst>
          </p:cNvPr>
          <p:cNvSpPr txBox="1"/>
          <p:nvPr/>
        </p:nvSpPr>
        <p:spPr>
          <a:xfrm>
            <a:off x="9256836" y="930909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Web tools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3EDC9F9-8B54-4B49-A7BD-D9A2063F0CE0}"/>
              </a:ext>
            </a:extLst>
          </p:cNvPr>
          <p:cNvSpPr/>
          <p:nvPr/>
        </p:nvSpPr>
        <p:spPr>
          <a:xfrm>
            <a:off x="8213551" y="874407"/>
            <a:ext cx="3118650" cy="1251946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13C181-344B-4B4F-8E93-2E27F4DD9B73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-21945"/>
          <a:stretch/>
        </p:blipFill>
        <p:spPr>
          <a:xfrm>
            <a:off x="5402393" y="4313159"/>
            <a:ext cx="670622" cy="846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495958-3A62-244F-97E2-18ECB1D1E7C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2758" y="3301134"/>
            <a:ext cx="749893" cy="73779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6E0E645-FF76-0D4F-ABC0-575A109717FD}"/>
              </a:ext>
            </a:extLst>
          </p:cNvPr>
          <p:cNvSpPr/>
          <p:nvPr/>
        </p:nvSpPr>
        <p:spPr>
          <a:xfrm>
            <a:off x="5362758" y="4355869"/>
            <a:ext cx="303197" cy="778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1D803E-1E1E-8944-B42F-B4894A9E8C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98563" y="3338065"/>
            <a:ext cx="751809" cy="708694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A8DBE08-E31A-B94E-A001-F3CAA471B46D}"/>
              </a:ext>
            </a:extLst>
          </p:cNvPr>
          <p:cNvSpPr/>
          <p:nvPr/>
        </p:nvSpPr>
        <p:spPr>
          <a:xfrm>
            <a:off x="5289088" y="3268418"/>
            <a:ext cx="5284040" cy="1968131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7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5" grpId="0" animBg="1"/>
      <p:bldP spid="7" grpId="0" animBg="1"/>
      <p:bldP spid="25" grpId="0"/>
      <p:bldP spid="33" grpId="0" animBg="1"/>
      <p:bldP spid="34" grpId="0"/>
      <p:bldP spid="24" grpId="0"/>
      <p:bldP spid="37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BC5ADB-49E4-7E48-945B-664E6F52250B}"/>
              </a:ext>
            </a:extLst>
          </p:cNvPr>
          <p:cNvSpPr/>
          <p:nvPr/>
        </p:nvSpPr>
        <p:spPr>
          <a:xfrm>
            <a:off x="0" y="1424854"/>
            <a:ext cx="1990296" cy="33127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155003-4751-D34A-8755-2AF1C3037642}"/>
              </a:ext>
            </a:extLst>
          </p:cNvPr>
          <p:cNvSpPr/>
          <p:nvPr/>
        </p:nvSpPr>
        <p:spPr>
          <a:xfrm>
            <a:off x="1990296" y="1424854"/>
            <a:ext cx="2859278" cy="3312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3E083B-342D-7D43-A81D-3663E389C511}"/>
              </a:ext>
            </a:extLst>
          </p:cNvPr>
          <p:cNvSpPr/>
          <p:nvPr/>
        </p:nvSpPr>
        <p:spPr>
          <a:xfrm>
            <a:off x="4849576" y="1424854"/>
            <a:ext cx="2695735" cy="33127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000083-4D53-0849-8DB7-61DACEFDBE9C}"/>
              </a:ext>
            </a:extLst>
          </p:cNvPr>
          <p:cNvSpPr/>
          <p:nvPr/>
        </p:nvSpPr>
        <p:spPr>
          <a:xfrm>
            <a:off x="10427793" y="1424854"/>
            <a:ext cx="1775904" cy="33127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87A67B-038E-7846-BCE1-9ED5267DB38A}"/>
              </a:ext>
            </a:extLst>
          </p:cNvPr>
          <p:cNvSpPr/>
          <p:nvPr/>
        </p:nvSpPr>
        <p:spPr>
          <a:xfrm>
            <a:off x="7545313" y="1424854"/>
            <a:ext cx="2882479" cy="3312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85683-0486-5D41-8372-AD76B9A3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62799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Why do we care?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(and why 9/10 tutorials are pandas + </a:t>
            </a:r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scikit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-learn)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8D2F0-A9AB-5B47-A85B-A11B0D0A5A34}"/>
              </a:ext>
            </a:extLst>
          </p:cNvPr>
          <p:cNvSpPr txBox="1"/>
          <p:nvPr/>
        </p:nvSpPr>
        <p:spPr>
          <a:xfrm>
            <a:off x="-34220" y="6492872"/>
            <a:ext cx="10273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In machine learning with Python, scikit-learn and pandas are the “glue” that holds pipelines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8BA1F-836C-8141-ACF0-F2B9FAB65340}"/>
              </a:ext>
            </a:extLst>
          </p:cNvPr>
          <p:cNvSpPr txBox="1"/>
          <p:nvPr/>
        </p:nvSpPr>
        <p:spPr>
          <a:xfrm>
            <a:off x="181670" y="4890291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Get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E5E45-51B1-0F46-B8A0-22E1B4580ED0}"/>
              </a:ext>
            </a:extLst>
          </p:cNvPr>
          <p:cNvSpPr txBox="1"/>
          <p:nvPr/>
        </p:nvSpPr>
        <p:spPr>
          <a:xfrm>
            <a:off x="4993812" y="1086480"/>
            <a:ext cx="2407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Look at the big picture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D5260-8CE5-294D-AC05-EA3283036D6C}"/>
              </a:ext>
            </a:extLst>
          </p:cNvPr>
          <p:cNvSpPr txBox="1"/>
          <p:nvPr/>
        </p:nvSpPr>
        <p:spPr>
          <a:xfrm>
            <a:off x="2696326" y="4890291"/>
            <a:ext cx="146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Gain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77161-5819-144A-8C35-92480CDDFADC}"/>
              </a:ext>
            </a:extLst>
          </p:cNvPr>
          <p:cNvSpPr txBox="1"/>
          <p:nvPr/>
        </p:nvSpPr>
        <p:spPr>
          <a:xfrm>
            <a:off x="5281514" y="4891621"/>
            <a:ext cx="181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Prepare the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DD9DA-DD4F-E444-B66D-F7D78B52873E}"/>
              </a:ext>
            </a:extLst>
          </p:cNvPr>
          <p:cNvSpPr txBox="1"/>
          <p:nvPr/>
        </p:nvSpPr>
        <p:spPr>
          <a:xfrm>
            <a:off x="8217759" y="4921968"/>
            <a:ext cx="179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PT Sans" panose="020B0503020203020204" pitchFamily="34" charset="77"/>
              </a:rPr>
              <a:t>Select and train </a:t>
            </a:r>
          </a:p>
          <a:p>
            <a:pPr algn="ctr"/>
            <a:r>
              <a:rPr lang="en-US" dirty="0">
                <a:latin typeface="PT Sans" panose="020B0503020203020204" pitchFamily="34" charset="77"/>
              </a:rPr>
              <a:t>a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F3E67-BE51-7E46-AD55-05CA58E07120}"/>
              </a:ext>
            </a:extLst>
          </p:cNvPr>
          <p:cNvSpPr txBox="1"/>
          <p:nvPr/>
        </p:nvSpPr>
        <p:spPr>
          <a:xfrm>
            <a:off x="11134769" y="4890291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Deploy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7D3A01-924E-0E4D-89FE-6A0B78A0D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696" y="1516886"/>
            <a:ext cx="743328" cy="9629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C8BEBC7-F046-0649-898C-B798275DF5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932" b="51513"/>
          <a:stretch/>
        </p:blipFill>
        <p:spPr>
          <a:xfrm>
            <a:off x="2284279" y="1684520"/>
            <a:ext cx="1501797" cy="661668"/>
          </a:xfrm>
          <a:prstGeom prst="rect">
            <a:avLst/>
          </a:prstGeom>
        </p:spPr>
      </p:pic>
      <p:pic>
        <p:nvPicPr>
          <p:cNvPr id="22" name="Picture 6" descr="scikit-learn – Wikipédia, a enciclopédia livre">
            <a:extLst>
              <a:ext uri="{FF2B5EF4-FFF2-40B4-BE49-F238E27FC236}">
                <a16:creationId xmlns:a16="http://schemas.microsoft.com/office/drawing/2014/main" id="{AE627C1D-C924-DB45-8584-9E90F9DBF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122" y="3282810"/>
            <a:ext cx="1212234" cy="65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49AD83-8080-3A49-8D99-D6DAE0C6A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49" y="1688203"/>
            <a:ext cx="618364" cy="776441"/>
          </a:xfrm>
          <a:prstGeom prst="rect">
            <a:avLst/>
          </a:prstGeom>
        </p:spPr>
      </p:pic>
      <p:pic>
        <p:nvPicPr>
          <p:cNvPr id="24" name="Picture 2" descr="Show notebooks in Drive">
            <a:extLst>
              <a:ext uri="{FF2B5EF4-FFF2-40B4-BE49-F238E27FC236}">
                <a16:creationId xmlns:a16="http://schemas.microsoft.com/office/drawing/2014/main" id="{E3085378-618D-F443-A9CF-2EF587BB3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67" y="1998360"/>
            <a:ext cx="932567" cy="93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scikit-learn – Wikipédia, a enciclopédia livre">
            <a:extLst>
              <a:ext uri="{FF2B5EF4-FFF2-40B4-BE49-F238E27FC236}">
                <a16:creationId xmlns:a16="http://schemas.microsoft.com/office/drawing/2014/main" id="{34FA3973-0625-DC47-BAC1-FBA945D52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903" y="3740614"/>
            <a:ext cx="1212234" cy="65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>
            <a:extLst>
              <a:ext uri="{FF2B5EF4-FFF2-40B4-BE49-F238E27FC236}">
                <a16:creationId xmlns:a16="http://schemas.microsoft.com/office/drawing/2014/main" id="{848B11C1-88FA-2747-A1EE-292A11D99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652" y="2137863"/>
            <a:ext cx="1212234" cy="46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81C316F-F9C2-9C48-8341-AE82AAC759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7012" y="2801603"/>
            <a:ext cx="1984909" cy="580065"/>
          </a:xfrm>
          <a:prstGeom prst="rect">
            <a:avLst/>
          </a:prstGeom>
        </p:spPr>
      </p:pic>
      <p:pic>
        <p:nvPicPr>
          <p:cNvPr id="29" name="Picture 2" descr="How To Install TensorFlow on CentOS 8 - idroot">
            <a:extLst>
              <a:ext uri="{FF2B5EF4-FFF2-40B4-BE49-F238E27FC236}">
                <a16:creationId xmlns:a16="http://schemas.microsoft.com/office/drawing/2014/main" id="{8652528E-D156-0D4E-86C0-ED7ED9EB1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475" y="2118448"/>
            <a:ext cx="989177" cy="60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PyTorch Logo">
            <a:extLst>
              <a:ext uri="{FF2B5EF4-FFF2-40B4-BE49-F238E27FC236}">
                <a16:creationId xmlns:a16="http://schemas.microsoft.com/office/drawing/2014/main" id="{676B1C46-D969-5541-ACA6-FBDB103F8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138" y="1613421"/>
            <a:ext cx="1507852" cy="30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EFDB043-8CDB-3046-98AE-D8942C185F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8903" y="1541234"/>
            <a:ext cx="1212234" cy="491559"/>
          </a:xfrm>
          <a:prstGeom prst="rect">
            <a:avLst/>
          </a:prstGeom>
        </p:spPr>
      </p:pic>
      <p:pic>
        <p:nvPicPr>
          <p:cNvPr id="32" name="Picture 6" descr="scikit-learn – Wikipédia, a enciclopédia livre">
            <a:extLst>
              <a:ext uri="{FF2B5EF4-FFF2-40B4-BE49-F238E27FC236}">
                <a16:creationId xmlns:a16="http://schemas.microsoft.com/office/drawing/2014/main" id="{B87A6431-5D7E-D440-9056-A8A07BB04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61" y="2930927"/>
            <a:ext cx="1212234" cy="65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ow to Build Chat into Django Applications with Twilio Programmable Chat -  Twilio">
            <a:extLst>
              <a:ext uri="{FF2B5EF4-FFF2-40B4-BE49-F238E27FC236}">
                <a16:creationId xmlns:a16="http://schemas.microsoft.com/office/drawing/2014/main" id="{3630B2D9-CE71-524F-B1CC-1765D8104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6131" y="2169305"/>
            <a:ext cx="1300064" cy="58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- tiangolo/fastapi: FastAPI framework, high performance, easy to  learn, fast to code, ready for production">
            <a:extLst>
              <a:ext uri="{FF2B5EF4-FFF2-40B4-BE49-F238E27FC236}">
                <a16:creationId xmlns:a16="http://schemas.microsoft.com/office/drawing/2014/main" id="{2D2F2186-50A3-424B-98A6-D6F28D11C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7050" y="1497335"/>
            <a:ext cx="1775904" cy="64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6136ADF-89A7-9345-9129-0B31B3392002}"/>
              </a:ext>
            </a:extLst>
          </p:cNvPr>
          <p:cNvSpPr txBox="1"/>
          <p:nvPr/>
        </p:nvSpPr>
        <p:spPr>
          <a:xfrm>
            <a:off x="8108847" y="5535954"/>
            <a:ext cx="2014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  <a:latin typeface="PT Sans" panose="020B0503020203020204" pitchFamily="34" charset="77"/>
              </a:rPr>
              <a:t>HIGHLY ITERATIVE</a:t>
            </a:r>
          </a:p>
        </p:txBody>
      </p:sp>
      <p:pic>
        <p:nvPicPr>
          <p:cNvPr id="37" name="Picture 6" descr="scikit-learn – Wikipédia, a enciclopédia livre">
            <a:extLst>
              <a:ext uri="{FF2B5EF4-FFF2-40B4-BE49-F238E27FC236}">
                <a16:creationId xmlns:a16="http://schemas.microsoft.com/office/drawing/2014/main" id="{DB790872-7A1C-2B43-A637-AB32B64F5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539" y="3478803"/>
            <a:ext cx="1212234" cy="65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FA7DC15-8E34-BB48-8F7C-24B007E7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635" y="2844072"/>
            <a:ext cx="494443" cy="6405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67CC885-23F4-5147-BC00-7EF29EE788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932" b="51513"/>
          <a:stretch/>
        </p:blipFill>
        <p:spPr>
          <a:xfrm>
            <a:off x="9366744" y="3547860"/>
            <a:ext cx="979843" cy="431703"/>
          </a:xfrm>
          <a:prstGeom prst="rect">
            <a:avLst/>
          </a:prstGeom>
        </p:spPr>
      </p:pic>
      <p:pic>
        <p:nvPicPr>
          <p:cNvPr id="40" name="Picture 10" descr="The Biopython Project">
            <a:extLst>
              <a:ext uri="{FF2B5EF4-FFF2-40B4-BE49-F238E27FC236}">
                <a16:creationId xmlns:a16="http://schemas.microsoft.com/office/drawing/2014/main" id="{31EB645E-0B66-AC48-A359-B5571F0D4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913" y="1749797"/>
            <a:ext cx="850296" cy="5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EFDB043-8CDB-3046-98AE-D8942C185F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2443" y="1733525"/>
            <a:ext cx="1212234" cy="49155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9D97DF6-5405-B146-976C-FCF525D69C1F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21945"/>
          <a:stretch/>
        </p:blipFill>
        <p:spPr>
          <a:xfrm>
            <a:off x="502889" y="3617700"/>
            <a:ext cx="670622" cy="84679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D4055C2-3313-D24E-875A-AF0B372FA125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21945"/>
          <a:stretch/>
        </p:blipFill>
        <p:spPr>
          <a:xfrm>
            <a:off x="2463310" y="3381668"/>
            <a:ext cx="670622" cy="84679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C769D09-9DFB-D34E-B627-C0E9F375ABB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21945"/>
          <a:stretch/>
        </p:blipFill>
        <p:spPr>
          <a:xfrm>
            <a:off x="5135325" y="3246572"/>
            <a:ext cx="670622" cy="84679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3B44FB6-6B45-E94F-8AA4-41C105775D57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-21945"/>
          <a:stretch/>
        </p:blipFill>
        <p:spPr>
          <a:xfrm>
            <a:off x="10975399" y="3738063"/>
            <a:ext cx="670622" cy="84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5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4" grpId="0"/>
      <p:bldP spid="5" grpId="0"/>
      <p:bldP spid="6" grpId="0"/>
      <p:bldP spid="7" grpId="0"/>
      <p:bldP spid="8" grpId="0"/>
      <p:bldP spid="10" grpId="0"/>
      <p:bldP spid="11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20" y="103553"/>
            <a:ext cx="6183086" cy="5231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sci</a:t>
            </a:r>
            <a:r>
              <a:rPr lang="en-US" dirty="0"/>
              <a:t>-kit core elements: Estimators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57082" y="3667221"/>
            <a:ext cx="1506583" cy="15065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Untrained Estimator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267083" y="3542564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8502" y="808867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Labels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589789" y="3693150"/>
            <a:ext cx="5296639" cy="26673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2" y="1178199"/>
            <a:ext cx="3334215" cy="5306165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4712054" y="4079396"/>
            <a:ext cx="1036144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7672549" y="4079395"/>
            <a:ext cx="1167716" cy="682234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fit(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7577" y="3667220"/>
            <a:ext cx="1506583" cy="1506583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Trained Estimator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598629" y="4079396"/>
            <a:ext cx="1488448" cy="682234"/>
          </a:xfrm>
          <a:prstGeom prst="rightArrow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predict(Z)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3876" y="80886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Features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431" y="415019"/>
            <a:ext cx="1271250" cy="20274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51761" y="45687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Unseen Data</a:t>
            </a:r>
          </a:p>
        </p:txBody>
      </p:sp>
      <p:sp>
        <p:nvSpPr>
          <p:cNvPr id="24" name="Right Arrow 23"/>
          <p:cNvSpPr/>
          <p:nvPr/>
        </p:nvSpPr>
        <p:spPr>
          <a:xfrm rot="5400000">
            <a:off x="9152796" y="2755235"/>
            <a:ext cx="1036144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4A1C48-5647-4C4F-9F7F-8A81DBDBA2E9}"/>
                  </a:ext>
                </a:extLst>
              </p:cNvPr>
              <p:cNvSpPr txBox="1"/>
              <p:nvPr/>
            </p:nvSpPr>
            <p:spPr>
              <a:xfrm>
                <a:off x="1553935" y="2943945"/>
                <a:ext cx="125215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8800" dirty="0">
                  <a:latin typeface="PT Sans" panose="020B0503020203020204" pitchFamily="34" charset="7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4A1C48-5647-4C4F-9F7F-8A81DBDBA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935" y="2943945"/>
                <a:ext cx="1252159" cy="1446550"/>
              </a:xfrm>
              <a:prstGeom prst="rect">
                <a:avLst/>
              </a:prstGeom>
              <a:blipFill>
                <a:blip r:embed="rId5"/>
                <a:stretch>
                  <a:fillRect l="-10101" r="-8081"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72464A5-6936-0C4F-B03E-A472A8B6FF28}"/>
                  </a:ext>
                </a:extLst>
              </p:cNvPr>
              <p:cNvSpPr/>
              <p:nvPr/>
            </p:nvSpPr>
            <p:spPr>
              <a:xfrm>
                <a:off x="9354732" y="942446"/>
                <a:ext cx="703013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72464A5-6936-0C4F-B03E-A472A8B6F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4732" y="942446"/>
                <a:ext cx="703013" cy="830997"/>
              </a:xfrm>
              <a:prstGeom prst="rect">
                <a:avLst/>
              </a:prstGeom>
              <a:blipFill>
                <a:blip r:embed="rId6"/>
                <a:stretch>
                  <a:fillRect l="-5357" r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A2D209-6271-FD4A-A406-0946E542F6A8}"/>
                  </a:ext>
                </a:extLst>
              </p:cNvPr>
              <p:cNvSpPr txBox="1"/>
              <p:nvPr/>
            </p:nvSpPr>
            <p:spPr>
              <a:xfrm>
                <a:off x="3643755" y="3096352"/>
                <a:ext cx="125215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4800" dirty="0">
                  <a:latin typeface="PT Sans" panose="020B0503020203020204" pitchFamily="34" charset="7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EA2D209-6271-FD4A-A406-0946E542F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755" y="3096352"/>
                <a:ext cx="1252159" cy="830997"/>
              </a:xfrm>
              <a:prstGeom prst="rect">
                <a:avLst/>
              </a:prstGeom>
              <a:blipFill>
                <a:blip r:embed="rId7"/>
                <a:stretch>
                  <a:fillRect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18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3" grpId="0"/>
      <p:bldP spid="24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022" y="771154"/>
            <a:ext cx="5953956" cy="53156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14808" y="4745"/>
            <a:ext cx="4962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https://scikit-</a:t>
            </a:r>
            <a:r>
              <a:rPr lang="en-US" dirty="0" err="1"/>
              <a:t>learn.org</a:t>
            </a:r>
            <a:r>
              <a:rPr lang="en-US" dirty="0"/>
              <a:t>/stable/</a:t>
            </a:r>
            <a:r>
              <a:rPr lang="en-US" dirty="0" err="1"/>
              <a:t>getting_started.html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0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20" y="103553"/>
            <a:ext cx="6183086" cy="5231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sci</a:t>
            </a:r>
            <a:r>
              <a:rPr lang="en-US" dirty="0"/>
              <a:t>-kit core elements: Transformers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26452" y="2973938"/>
                <a:ext cx="1506583" cy="15065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Binarizer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52" y="2973938"/>
                <a:ext cx="1506583" cy="1506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 rot="16200000">
            <a:off x="-267083" y="3542564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3876" y="80886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Features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2" y="1178199"/>
            <a:ext cx="3334215" cy="5306165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3824599" y="3386113"/>
            <a:ext cx="808361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6407590" y="3386115"/>
            <a:ext cx="2204804" cy="682234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fit_transform</a:t>
            </a:r>
            <a:r>
              <a:rPr lang="en-US" dirty="0"/>
              <a:t>(X)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949" y="1197251"/>
            <a:ext cx="3315163" cy="52871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09042" y="807837"/>
            <a:ext cx="237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Transformed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09F99-2292-1647-BDEE-86381E23EC62}"/>
                  </a:ext>
                </a:extLst>
              </p:cNvPr>
              <p:cNvSpPr txBox="1"/>
              <p:nvPr/>
            </p:nvSpPr>
            <p:spPr>
              <a:xfrm>
                <a:off x="1553935" y="2943945"/>
                <a:ext cx="125215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8800" dirty="0">
                  <a:latin typeface="PT Sans" panose="020B0503020203020204" pitchFamily="34" charset="7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09F99-2292-1647-BDEE-86381E23E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935" y="2943945"/>
                <a:ext cx="1252159" cy="1446550"/>
              </a:xfrm>
              <a:prstGeom prst="rect">
                <a:avLst/>
              </a:prstGeom>
              <a:blipFill>
                <a:blip r:embed="rId5"/>
                <a:stretch>
                  <a:fillRect l="-10101" r="-8081" b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21DA0F-C108-9D47-89C8-CE36FFC0DAC0}"/>
                  </a:ext>
                </a:extLst>
              </p:cNvPr>
              <p:cNvSpPr txBox="1"/>
              <p:nvPr/>
            </p:nvSpPr>
            <p:spPr>
              <a:xfrm>
                <a:off x="10004954" y="3003954"/>
                <a:ext cx="125215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8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8800" b="0" dirty="0">
                  <a:latin typeface="PT Sans" panose="020B0503020203020204" pitchFamily="34" charset="7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21DA0F-C108-9D47-89C8-CE36FFC0D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954" y="3003954"/>
                <a:ext cx="1252159" cy="1446550"/>
              </a:xfrm>
              <a:prstGeom prst="rect">
                <a:avLst/>
              </a:prstGeom>
              <a:blipFill>
                <a:blip r:embed="rId6"/>
                <a:stretch>
                  <a:fillRect l="-22000" r="-22000" b="-1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1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18" grpId="0" animBg="1"/>
      <p:bldP spid="14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12" y="1776182"/>
            <a:ext cx="4839375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35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19" y="103553"/>
            <a:ext cx="8125565" cy="5231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sci</a:t>
            </a:r>
            <a:r>
              <a:rPr lang="en-US" dirty="0"/>
              <a:t>-kit core elements: A normal workflow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81783" y="4875671"/>
                <a:ext cx="1506583" cy="15065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Binarizer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3" y="4875671"/>
                <a:ext cx="1506583" cy="1506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1783" y="752686"/>
                <a:ext cx="13749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dirty="0">
                    <a:latin typeface="PT Sans" panose="020B0503020203020204" pitchFamily="34" charset="77"/>
                  </a:rPr>
                  <a:t>Features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PT Sans" panose="020B0503020203020204" pitchFamily="34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3" y="752686"/>
                <a:ext cx="1374928" cy="369332"/>
              </a:xfrm>
              <a:prstGeom prst="rect">
                <a:avLst/>
              </a:prstGeom>
              <a:blipFill>
                <a:blip r:embed="rId3"/>
                <a:stretch>
                  <a:fillRect l="-4000" t="-9836" r="-3111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3" y="1123049"/>
            <a:ext cx="1711819" cy="2724238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 rot="5400000">
            <a:off x="465066" y="4058397"/>
            <a:ext cx="808361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1765678" y="5287845"/>
            <a:ext cx="1386267" cy="682234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fit_transform</a:t>
            </a:r>
            <a:r>
              <a:rPr lang="en-US" sz="1200" dirty="0"/>
              <a:t>(X)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984" y="4116471"/>
            <a:ext cx="1702038" cy="27144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30268" y="3748758"/>
                <a:ext cx="28439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dirty="0">
                    <a:latin typeface="PT Sans" panose="020B0503020203020204" pitchFamily="34" charset="77"/>
                  </a:rPr>
                  <a:t>Transformed Features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latin typeface="PT Sans" panose="020B0503020203020204" pitchFamily="34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268" y="3748758"/>
                <a:ext cx="2843984" cy="369332"/>
              </a:xfrm>
              <a:prstGeom prst="rect">
                <a:avLst/>
              </a:prstGeom>
              <a:blipFill>
                <a:blip r:embed="rId6"/>
                <a:stretch>
                  <a:fillRect l="-1713" t="-11475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73815" y="2409797"/>
            <a:ext cx="2714457" cy="1366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09206" y="1087998"/>
            <a:ext cx="1506583" cy="15065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Untrained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ight Arrow 12"/>
              <p:cNvSpPr/>
              <p:nvPr/>
            </p:nvSpPr>
            <p:spPr>
              <a:xfrm>
                <a:off x="7324673" y="1500172"/>
                <a:ext cx="1167716" cy="682234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,y)</a:t>
                </a:r>
              </a:p>
            </p:txBody>
          </p:sp>
        </mc:Choice>
        <mc:Fallback xmlns="">
          <p:sp>
            <p:nvSpPr>
              <p:cNvPr id="13" name="Righ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673" y="1500172"/>
                <a:ext cx="1167716" cy="682234"/>
              </a:xfrm>
              <a:prstGeom prst="rightArrow">
                <a:avLst/>
              </a:prstGeom>
              <a:blipFill>
                <a:blip r:embed="rId8"/>
                <a:stretch>
                  <a:fillRect l="-26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8569701" y="1087997"/>
            <a:ext cx="1506583" cy="1506583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Trained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ight Arrow 18"/>
              <p:cNvSpPr/>
              <p:nvPr/>
            </p:nvSpPr>
            <p:spPr>
              <a:xfrm>
                <a:off x="10153596" y="1500171"/>
                <a:ext cx="1453912" cy="682234"/>
              </a:xfrm>
              <a:prstGeom prst="rightArrow">
                <a:avLst/>
              </a:prstGeom>
              <a:solidFill>
                <a:srgbClr val="63BC9B"/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predict(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9" name="Right Arrow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596" y="1500171"/>
                <a:ext cx="1453912" cy="682234"/>
              </a:xfrm>
              <a:prstGeom prst="rightArrow">
                <a:avLst/>
              </a:prstGeom>
              <a:blipFill>
                <a:blip r:embed="rId9"/>
                <a:stretch>
                  <a:fillRect l="-25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893602" y="767973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Labels (y)</a:t>
            </a:r>
          </a:p>
        </p:txBody>
      </p:sp>
      <p:cxnSp>
        <p:nvCxnSpPr>
          <p:cNvPr id="5" name="Curved Connector 4"/>
          <p:cNvCxnSpPr/>
          <p:nvPr/>
        </p:nvCxnSpPr>
        <p:spPr>
          <a:xfrm>
            <a:off x="2828097" y="1505018"/>
            <a:ext cx="2612747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2231" y="4399514"/>
            <a:ext cx="1365810" cy="21782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711661" y="4074744"/>
                <a:ext cx="1782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dirty="0">
                    <a:latin typeface="PT Sans" panose="020B0503020203020204" pitchFamily="34" charset="77"/>
                  </a:rPr>
                  <a:t>Unseen Data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latin typeface="PT Sans" panose="020B0503020203020204" pitchFamily="34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661" y="4074744"/>
                <a:ext cx="1782091" cy="369332"/>
              </a:xfrm>
              <a:prstGeom prst="rect">
                <a:avLst/>
              </a:prstGeom>
              <a:blipFill>
                <a:blip r:embed="rId11"/>
                <a:stretch>
                  <a:fillRect l="-3082" t="-9836" r="-171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807134" y="4661320"/>
                <a:ext cx="1506583" cy="15065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Binarizer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34" y="4661320"/>
                <a:ext cx="1506583" cy="15065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ight Arrow 32"/>
          <p:cNvSpPr/>
          <p:nvPr/>
        </p:nvSpPr>
        <p:spPr>
          <a:xfrm>
            <a:off x="7318611" y="5115399"/>
            <a:ext cx="457713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9344527" y="5183141"/>
            <a:ext cx="948767" cy="498669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err="1"/>
              <a:t>fit_transform</a:t>
            </a:r>
            <a:r>
              <a:rPr lang="en-US" sz="700" dirty="0"/>
              <a:t>(Z)</a:t>
            </a:r>
          </a:p>
        </p:txBody>
      </p:sp>
      <p:cxnSp>
        <p:nvCxnSpPr>
          <p:cNvPr id="37" name="Curved Connector 36"/>
          <p:cNvCxnSpPr/>
          <p:nvPr/>
        </p:nvCxnSpPr>
        <p:spPr>
          <a:xfrm flipV="1">
            <a:off x="3780512" y="2111220"/>
            <a:ext cx="1660332" cy="1464556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24104" y="4454970"/>
            <a:ext cx="1367246" cy="21891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9909772" y="4085638"/>
                <a:ext cx="2441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dirty="0">
                    <a:latin typeface="PT Sans" panose="020B0503020203020204" pitchFamily="34" charset="77"/>
                  </a:rPr>
                  <a:t>Transformed Data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latin typeface="PT Sans" panose="020B0503020203020204" pitchFamily="34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9772" y="4085638"/>
                <a:ext cx="2441630" cy="369332"/>
              </a:xfrm>
              <a:prstGeom prst="rect">
                <a:avLst/>
              </a:prstGeom>
              <a:blipFill>
                <a:blip r:embed="rId14"/>
                <a:stretch>
                  <a:fillRect l="-225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urved Connector 41"/>
          <p:cNvCxnSpPr>
            <a:stCxn id="39" idx="0"/>
          </p:cNvCxnSpPr>
          <p:nvPr/>
        </p:nvCxnSpPr>
        <p:spPr>
          <a:xfrm rot="16200000" flipV="1">
            <a:off x="9725232" y="2680282"/>
            <a:ext cx="1433724" cy="137698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4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18" grpId="0" animBg="1"/>
      <p:bldP spid="14" grpId="0"/>
      <p:bldP spid="12" grpId="0" animBg="1"/>
      <p:bldP spid="13" grpId="0" animBg="1"/>
      <p:bldP spid="15" grpId="0" animBg="1"/>
      <p:bldP spid="19" grpId="0" animBg="1"/>
      <p:bldP spid="31" grpId="0"/>
      <p:bldP spid="32" grpId="0" animBg="1"/>
      <p:bldP spid="33" grpId="0" animBg="1"/>
      <p:bldP spid="34" grpId="0" animBg="1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299601"/>
            <a:ext cx="8040222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5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3238" y="3119668"/>
            <a:ext cx="3326674" cy="2224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0719" y="103553"/>
            <a:ext cx="8125565" cy="5231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sci</a:t>
            </a:r>
            <a:r>
              <a:rPr lang="en-US" dirty="0"/>
              <a:t>-kit core elements: Pipelines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258429" y="3707218"/>
                <a:ext cx="1506583" cy="15065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Binarizer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429" y="3707218"/>
                <a:ext cx="1506583" cy="15065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498" y="2735049"/>
                <a:ext cx="13749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dirty="0">
                    <a:latin typeface="PT Sans" panose="020B0503020203020204" pitchFamily="34" charset="77"/>
                  </a:rPr>
                  <a:t>Features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PT Sans" panose="020B0503020203020204" pitchFamily="34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98" y="2735049"/>
                <a:ext cx="1374928" cy="369332"/>
              </a:xfrm>
              <a:prstGeom prst="rect">
                <a:avLst/>
              </a:prstGeom>
              <a:blipFill>
                <a:blip r:embed="rId3"/>
                <a:stretch>
                  <a:fillRect l="-3982" t="-11667" r="-26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8" y="3105412"/>
            <a:ext cx="1711819" cy="2724238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3135993" y="4126414"/>
            <a:ext cx="808361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01530" y="4392160"/>
            <a:ext cx="2714457" cy="1366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852247" y="3707218"/>
            <a:ext cx="1506583" cy="15065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Untrained Estimator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67147" y="4119392"/>
            <a:ext cx="1167716" cy="682234"/>
          </a:xfrm>
          <a:prstGeom prst="right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fit(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2098" y="3714239"/>
            <a:ext cx="1506583" cy="1506583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Trained Pipeline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453101" y="4119392"/>
            <a:ext cx="1279443" cy="682234"/>
          </a:xfrm>
          <a:prstGeom prst="rightArrow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predict(Z)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1317" y="2750336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Labels (y)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8429" y="3237485"/>
            <a:ext cx="202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77"/>
              </a:rPr>
              <a:t>Untrained Pipeline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7431" y="415019"/>
            <a:ext cx="1271250" cy="2027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862453" y="45687"/>
                <a:ext cx="1782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dirty="0">
                    <a:latin typeface="PT Sans" panose="020B0503020203020204" pitchFamily="34" charset="77"/>
                  </a:rPr>
                  <a:t>Unseen Data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latin typeface="PT Sans" panose="020B0503020203020204" pitchFamily="34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453" y="45687"/>
                <a:ext cx="1782091" cy="369332"/>
              </a:xfrm>
              <a:prstGeom prst="rect">
                <a:avLst/>
              </a:prstGeom>
              <a:blipFill>
                <a:blip r:embed="rId7"/>
                <a:stretch>
                  <a:fillRect l="-3082" t="-9836" r="-171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Arrow 23"/>
          <p:cNvSpPr/>
          <p:nvPr/>
        </p:nvSpPr>
        <p:spPr>
          <a:xfrm rot="5400000">
            <a:off x="9152796" y="2755235"/>
            <a:ext cx="1036144" cy="682234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3" grpId="0" animBg="1"/>
      <p:bldP spid="15" grpId="0" animBg="1"/>
      <p:bldP spid="19" grpId="0" animBg="1"/>
      <p:bldP spid="7" grpId="0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456785"/>
            <a:ext cx="7878274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84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ve mouse ove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30"/>
          <a:stretch/>
        </p:blipFill>
        <p:spPr bwMode="auto">
          <a:xfrm>
            <a:off x="0" y="0"/>
            <a:ext cx="12026900" cy="636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55958"/>
            <a:ext cx="5619750" cy="384173"/>
          </a:xfrm>
        </p:spPr>
        <p:txBody>
          <a:bodyPr>
            <a:normAutofit fontScale="90000"/>
          </a:bodyPr>
          <a:lstStyle/>
          <a:p>
            <a:r>
              <a:rPr lang="en-US" dirty="0"/>
              <a:t>Choosing the right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" y="6419854"/>
            <a:ext cx="736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T Sans" panose="020B0503020203020204" pitchFamily="34" charset="77"/>
              </a:rPr>
              <a:t>https://scikit-learn.org/stable/tutorial/machine_learning_map/index.html</a:t>
            </a:r>
          </a:p>
        </p:txBody>
      </p:sp>
    </p:spTree>
    <p:extLst>
      <p:ext uri="{BB962C8B-B14F-4D97-AF65-F5344CB8AC3E}">
        <p14:creationId xmlns:p14="http://schemas.microsoft.com/office/powerpoint/2010/main" val="3706570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4" y="51303"/>
            <a:ext cx="3402875" cy="627650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pic>
        <p:nvPicPr>
          <p:cNvPr id="3074" name="Picture 2" descr="../_images/grid_search_cross_valid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29" y="106026"/>
            <a:ext cx="5776873" cy="400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121" y="4375037"/>
            <a:ext cx="7516274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4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for learning </a:t>
            </a:r>
            <a:r>
              <a:rPr lang="en-US" dirty="0" err="1"/>
              <a:t>scikit</a:t>
            </a:r>
            <a:r>
              <a:rPr lang="en-US" dirty="0"/>
              <a:t>-learn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(and any other library)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about what it is to determine if it’s worth learning</a:t>
            </a:r>
          </a:p>
          <a:p>
            <a:pPr lvl="1"/>
            <a:r>
              <a:rPr lang="en-US" dirty="0"/>
              <a:t>Look at how many </a:t>
            </a:r>
            <a:r>
              <a:rPr lang="en-US" dirty="0" err="1"/>
              <a:t>stackoverflow</a:t>
            </a:r>
            <a:r>
              <a:rPr lang="en-US" dirty="0"/>
              <a:t> questions there are</a:t>
            </a:r>
          </a:p>
          <a:p>
            <a:pPr lvl="1"/>
            <a:r>
              <a:rPr lang="en-US" dirty="0"/>
              <a:t>Does it help you solve the problem you are having?</a:t>
            </a:r>
          </a:p>
          <a:p>
            <a:endParaRPr lang="en-US" dirty="0"/>
          </a:p>
          <a:p>
            <a:r>
              <a:rPr lang="en-US" dirty="0"/>
              <a:t>Follow simple examples and tutorials (often, the official ones are the best ones)</a:t>
            </a:r>
          </a:p>
          <a:p>
            <a:endParaRPr lang="en-US" dirty="0"/>
          </a:p>
          <a:p>
            <a:r>
              <a:rPr lang="en-US" dirty="0"/>
              <a:t>Read the documentation while you use it</a:t>
            </a:r>
          </a:p>
          <a:p>
            <a:r>
              <a:rPr lang="en-US" dirty="0"/>
              <a:t>READ THE DOCUMENTATION</a:t>
            </a:r>
          </a:p>
          <a:p>
            <a:endParaRPr lang="en-US" dirty="0"/>
          </a:p>
          <a:p>
            <a:r>
              <a:rPr lang="en-US" sz="6000" dirty="0">
                <a:solidFill>
                  <a:srgbClr val="FF0000"/>
                </a:solidFill>
              </a:rPr>
              <a:t>READ THE DOCUMENTATION!!</a:t>
            </a:r>
          </a:p>
        </p:txBody>
      </p:sp>
    </p:spTree>
    <p:extLst>
      <p:ext uri="{BB962C8B-B14F-4D97-AF65-F5344CB8AC3E}">
        <p14:creationId xmlns:p14="http://schemas.microsoft.com/office/powerpoint/2010/main" val="195601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teo JournalClu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latin typeface="PT Sans" panose="020B0503020203020204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teo JournalClub" id="{ADFF52EF-0346-BF41-8FDB-91D93AA77697}" vid="{E0080397-AC8D-914F-8E8B-BBFB28AF81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Mateo JournalClub</Template>
  <TotalTime>898</TotalTime>
  <Words>358</Words>
  <Application>Microsoft Office PowerPoint</Application>
  <PresentationFormat>Widescreen</PresentationFormat>
  <Paragraphs>81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DIN Alternate</vt:lpstr>
      <vt:lpstr>PT Sans</vt:lpstr>
      <vt:lpstr>Mateo JournalClub</vt:lpstr>
      <vt:lpstr>Scikit-learn</vt:lpstr>
      <vt:lpstr>scikit-learn in the Python data science “ecosystem”</vt:lpstr>
      <vt:lpstr>Why do we care? (and why 9/10 tutorials are pandas + scikit-learn)</vt:lpstr>
      <vt:lpstr>sci-kit core elements: Estimators</vt:lpstr>
      <vt:lpstr>PowerPoint Presentation</vt:lpstr>
      <vt:lpstr>sci-kit core elements: Transformers</vt:lpstr>
      <vt:lpstr>PowerPoint Presentation</vt:lpstr>
      <vt:lpstr>sci-kit core elements: A normal workflow</vt:lpstr>
      <vt:lpstr>PowerPoint Presentation</vt:lpstr>
      <vt:lpstr>sci-kit core elements: Pipelines</vt:lpstr>
      <vt:lpstr>PowerPoint Presentation</vt:lpstr>
      <vt:lpstr>Choosing the right estimator</vt:lpstr>
      <vt:lpstr>Model Evaluation</vt:lpstr>
      <vt:lpstr>Final tips for learning scikit-learn (and any other library)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Scikit-learn</dc:title>
  <dc:creator>Torres, Mateo (2015)</dc:creator>
  <cp:lastModifiedBy>Ruben Emilio Jimenez Franco</cp:lastModifiedBy>
  <cp:revision>21</cp:revision>
  <dcterms:created xsi:type="dcterms:W3CDTF">2021-03-10T01:34:28Z</dcterms:created>
  <dcterms:modified xsi:type="dcterms:W3CDTF">2024-03-08T13:25:00Z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496a64-e0e3-4038-91bc-493f618853ad_Enabled">
    <vt:lpwstr>true</vt:lpwstr>
  </property>
  <property fmtid="{D5CDD505-2E9C-101B-9397-08002B2CF9AE}" pid="3" name="MSIP_Label_c4496a64-e0e3-4038-91bc-493f618853ad_SetDate">
    <vt:lpwstr>2021-03-10T01:34:29Z</vt:lpwstr>
  </property>
  <property fmtid="{D5CDD505-2E9C-101B-9397-08002B2CF9AE}" pid="4" name="MSIP_Label_c4496a64-e0e3-4038-91bc-493f618853ad_Method">
    <vt:lpwstr>Standard</vt:lpwstr>
  </property>
  <property fmtid="{D5CDD505-2E9C-101B-9397-08002B2CF9AE}" pid="5" name="MSIP_Label_c4496a64-e0e3-4038-91bc-493f618853ad_Name">
    <vt:lpwstr>General</vt:lpwstr>
  </property>
  <property fmtid="{D5CDD505-2E9C-101B-9397-08002B2CF9AE}" pid="6" name="MSIP_Label_c4496a64-e0e3-4038-91bc-493f618853ad_SiteId">
    <vt:lpwstr>2efd699a-1922-4e69-b601-108008d28a2e</vt:lpwstr>
  </property>
  <property fmtid="{D5CDD505-2E9C-101B-9397-08002B2CF9AE}" pid="7" name="MSIP_Label_c4496a64-e0e3-4038-91bc-493f618853ad_ActionId">
    <vt:lpwstr>2c90c2a6-6d0d-434e-a667-3a9f9614134d</vt:lpwstr>
  </property>
  <property fmtid="{D5CDD505-2E9C-101B-9397-08002B2CF9AE}" pid="8" name="MSIP_Label_c4496a64-e0e3-4038-91bc-493f618853ad_ContentBits">
    <vt:lpwstr>0</vt:lpwstr>
  </property>
</Properties>
</file>